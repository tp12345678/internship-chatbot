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77" r:id="rId25"/>
    <p:sldId id="278" r:id="rId26"/>
    <p:sldId id="281" r:id="rId27"/>
    <p:sldId id="282" r:id="rId28"/>
    <p:sldId id="291" r:id="rId29"/>
    <p:sldId id="290" r:id="rId30"/>
    <p:sldId id="289" r:id="rId31"/>
    <p:sldId id="288" r:id="rId32"/>
    <p:sldId id="29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E878-F420-B32E-7B03-4F12D5254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756BA-BD6F-458B-4A9A-F56DB91DA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38ABD-9ECF-90A5-4D3D-1DF26E92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5B55B-5ECD-8B82-574B-C7C80D28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BCB27-A5F6-5360-2978-9735BA2A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9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A23B-9BE4-9F5C-81C6-BE78114D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DA553-A2C4-BF5A-194D-6F13F4878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C3E8-92F6-C898-11B1-32FC6DCC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BEE2-3E4F-C71F-94E7-BA1336F6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F260-47A3-C919-201D-8973B9C7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74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C1C7-62A0-FDC5-3A85-DBA0AD3E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5E2A0-ECE8-5224-D15B-7284B6973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ED7E1-9057-5A08-389B-FB9FD902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A436F-93F8-6BA9-7A04-1D906417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95E86-961C-F4ED-0FA4-410A2AB2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37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8CFE-1CFE-8CA6-7CA1-5363FAB7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D5C6-399D-5792-0AF7-9270D985A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50951-F262-7FB0-940F-2FAC41D11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AA00A-8A41-6313-D62D-2D5AECE2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0DD05-0EF1-BD0A-0655-F01E5C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AD0F8-2737-6E5E-DD8C-B4B7D409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5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BE44-AC13-5F77-E872-3D90C681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1143A-9E51-AAB8-1A34-B7A71EC9D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E04D1-E5AD-208C-1546-ADA1FA563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75286-B3DD-6831-B23C-EE19B5450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057FF-C648-3231-C372-BB6483420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1FFC0-BE4F-46AC-BC10-CC1076E6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D3087-379B-9F1D-BD45-8A9A515C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E7DD2-95F0-D7F9-1162-884B4FC8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9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0142-380A-6752-9DBD-B4B5460A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5F46E-2A31-DA2A-259F-25BE7D99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10A93-7288-DFD6-5445-12B467A3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E2921-F283-1BD1-B466-71DBFD6D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96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4282E-1171-8330-3269-CE5597E0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56722-906C-5DBD-76B3-49C5E570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C2E60-A18E-C7ED-3E40-A3D76A09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3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669F-0E4A-3F43-A2C6-56F340F6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04A2-AB8E-F264-08F3-712621B3D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90687-6449-B5CF-C117-62B2CA02D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1BF53-9001-E2D8-08E1-6317B743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441B2-6BB2-6284-888B-837B0A0F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86996-A2DF-DD05-C6A3-A5EDCF85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8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AD3F-B50C-AD9B-3DEC-C0B6201A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C00C0F-2060-A3A7-9CB6-F9DD3CD5A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906A4-2E47-4EF7-6B0D-31D64F73F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3905E-FA61-AEF6-19E4-5836B284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A5101-94DC-A057-EA1B-D5057A8D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D981E-FAA8-0E61-8655-9335EE32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44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315F-CEE2-4FAF-5AAC-05E96B23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32897-744A-B49D-1C58-E22BC1687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DD936-494B-5A23-A94A-0AC4470D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E21D3-6EF9-AD67-EE8F-14D6FE8F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4ED50-B55D-8924-ED30-8B9FAFAE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2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360FF-015F-3B90-867D-B1305998C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8A0F6-378E-65EA-A766-B6AD7BF40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87B3B-E286-380C-4C3C-47C2725E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72FC-7889-432B-1ED2-C99D5E0D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DDDC3-713A-9569-7D11-9D8AFA86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08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47415-95F0-D872-C745-CAE3E8DCA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7A56-FC5D-0C8D-50C0-F24FC8F74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1F86-875A-B6CC-E3CA-0DCE66A1A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0639C-EFCD-435B-A6E1-A1A00E3AA1AB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218A1-9BFD-2BF8-CC2B-8682EDA65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29A53-D805-ED97-DE70-09E9D51F6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451C9-6FD5-40B9-B657-4F486A554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91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F5D2-9EEA-19EB-1D64-844EA7BE4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5300A-DA73-52C4-B95B-21C1FECD1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5609E-029F-CCEC-D40E-38A472AE4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1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2A97-6204-1C13-F4F7-B11C5349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6079F-6EFE-0D80-46DB-67369A70C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93707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7F9B-3608-AABE-5BE9-5CB07FC5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491C19-FE9F-C160-428B-7F93BEA1E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34929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F5A7-6EF1-FE0D-8FA6-72B2118C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8EA7A9-94F6-3E34-589E-652B164AD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84272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4713-D2C8-2DBA-1132-183A3959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9A712D-D794-DDA9-1E94-78ACD4837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50731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DD88-4718-5EA8-3301-7040C7BE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77B643-B1B9-11B2-2814-C31AE21A1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35934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CE82-DAF4-19F0-B8C6-FB09CCAA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44E287-F9DB-D1D1-3DF8-4F94C9D35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82426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7EB8-75E9-F83B-1E88-F1FF04F4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690AAF-206D-A97F-92DF-34EFAB3DD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45688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BEE9-81ED-B676-FADD-468C717E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93ED7A-1449-9FBE-8A6E-AF8EDBE84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864497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4440-C396-813B-EE2F-8B3D0E6F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2AE854-E6BB-0523-F398-CBCAD9643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42170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87DF-80F4-F9B9-5FCA-71F976DE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EEE8E0-2B19-A377-67AE-B9B3E379E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ABBB7-3BA6-30B5-140A-FC3405F8F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66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1B75-80B3-02B9-52EF-9A745F76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A49476-412D-4B42-79EC-085E69DB9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50551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34EA-FF1A-2D9F-40B6-8661A12A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1AA83-30F9-531E-918E-920D7031D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4187312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9275-BE3C-7DCF-C7F4-B1D03FF2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B3C4D-9CC2-F1FB-D953-73DBE1177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89429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298D-07C1-ABBB-87FE-8FAA16FE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9DE41F-400D-0A74-0378-1FFCC179C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046661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CEAB-DACD-5B11-FA16-02E4527B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2AEF2-7D98-E777-5846-549EABBF4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902759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0B2C-ED87-C289-DB8B-AC53DA3B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A48825-5598-E21F-2265-7FC7B473A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54" y="3651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259166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7386-836A-679E-D97E-FAAE1BDC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7EA6D-8837-AB75-AFBE-BE3B125E4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941FE9-CCDD-4A19-9A47-9BB35C6B6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85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AE6C-02F2-3CBB-4BAE-5DA8EC1B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F4DFE-A6EC-CFC6-6F06-75974D402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85831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37B1-6106-3CEA-0029-0ACE6675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3006A-D200-81D8-0A7D-98F79801E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16333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CD80-6DCB-7577-E217-E1CBDF96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64015-9181-918E-CC51-79FDE607A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83896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965E-B60A-08DF-8815-1BFD516C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CFDEA-B115-8222-DB28-6B7267E49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257595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B14D-66B8-076B-2916-B52B902A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399A3-FE46-F128-1737-A1E841CB0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49463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6E88-5263-C4C8-00A9-616A94D9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2DB86-305E-BADC-EEC0-648601E0F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057813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7492-8150-9764-DA7D-8E790C41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4233C-6026-1C21-2C38-C38949B7A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7097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64A7-B02D-BB0F-3232-B64C820D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9D8308-F983-9815-F107-2FD588A14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967254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0356-394E-BB79-D7A2-AA1B0750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92CC7-42B8-62CE-B949-98DCA4F19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18835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6B8D-B167-CC10-BD36-B73B611F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3F301-FA46-A17E-0F27-96EC3E1EC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569409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A1BE-13E5-34F5-C585-19B0EB0F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8AA6B9-3D15-4159-93AA-1B18CE012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B9295A-29EC-A024-BD29-8FBEB1958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12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974A-7E8D-28F7-A25F-FC7B5766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9CC146-E86B-D947-EEC3-ABCD89EE6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580370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0DD6-5A12-413D-C091-E38ACD16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57A754-94CF-238E-6ECD-776971C2F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307075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3E3B-8900-D1D0-7159-280952BF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FD26A-AEAB-8849-1275-98D198D61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482104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0575-3691-DAD1-67EC-DBEDC6A6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5EE4B-BF80-F3AD-54DF-3DD86C586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1923798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034A-241A-90BF-BAB1-71059641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F2C6DE-AF48-14B1-3146-C88EBE814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61" y="1825625"/>
            <a:ext cx="7736678" cy="4351338"/>
          </a:xfrm>
        </p:spPr>
      </p:pic>
    </p:spTree>
    <p:extLst>
      <p:ext uri="{BB962C8B-B14F-4D97-AF65-F5344CB8AC3E}">
        <p14:creationId xmlns:p14="http://schemas.microsoft.com/office/powerpoint/2010/main" val="3687089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83B0-0CD1-EC4F-E2FD-D50B8435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40BD-20A4-1FCB-3136-1A7205A7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538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70B7-DA1C-55BC-6137-737DF59B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0FDCA-D45B-1271-7167-2A940267E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611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CAC8-0B80-1074-45C5-5B46D415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8FA29-70BE-55CB-4322-16945DB27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7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Muqsith</dc:creator>
  <cp:lastModifiedBy>Abdul Muqsith</cp:lastModifiedBy>
  <cp:revision>1</cp:revision>
  <dcterms:created xsi:type="dcterms:W3CDTF">2025-07-28T08:41:06Z</dcterms:created>
  <dcterms:modified xsi:type="dcterms:W3CDTF">2025-07-28T08:47:37Z</dcterms:modified>
</cp:coreProperties>
</file>